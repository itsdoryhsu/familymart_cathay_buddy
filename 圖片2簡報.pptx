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4747"/>
    <a:srgbClr val="F8F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2"/>
    <p:restoredTop sz="94694"/>
  </p:normalViewPr>
  <p:slideViewPr>
    <p:cSldViewPr snapToGrid="0">
      <p:cViewPr varScale="1">
        <p:scale>
          <a:sx n="112" d="100"/>
          <a:sy n="112" d="100"/>
        </p:scale>
        <p:origin x="22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F33058-70A3-E3E6-D263-3A77AA783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A79D8BD-2A65-1E0E-36B9-578AADCB0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601272-D4D2-A982-5A4B-4EB4A194A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0114-BAC9-2C42-B810-710F1833189D}" type="datetimeFigureOut">
              <a:rPr kumimoji="1" lang="zh-TW" altLang="en-US" smtClean="0"/>
              <a:t>2025/10/14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2A450A-2AF6-F9E9-46AC-CE0975DC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EB86FBB-7114-1345-6B53-5B245F7A9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3680F-CA05-8F45-ABD7-F2299105F64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35935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6E9D91-4CB8-A93E-A080-580527FF0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03ADB0-93A2-8EC7-429D-70F06A366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211AA3-C922-16FA-B840-4DB2597F2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0114-BAC9-2C42-B810-710F1833189D}" type="datetimeFigureOut">
              <a:rPr kumimoji="1" lang="zh-TW" altLang="en-US" smtClean="0"/>
              <a:t>2025/10/14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31F16F-C2DC-CB01-4C5F-0A3B48463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BD7C80-5982-0839-4E50-DB92695A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3680F-CA05-8F45-ABD7-F2299105F64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5950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BF095D-40CF-2FAF-0FE0-AB57A37DD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BB3B2EA-39A8-0BB2-67AB-ADFE351E2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C94F1C-AD30-86E8-E5D2-AD093BA6E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0114-BAC9-2C42-B810-710F1833189D}" type="datetimeFigureOut">
              <a:rPr kumimoji="1" lang="zh-TW" altLang="en-US" smtClean="0"/>
              <a:t>2025/10/14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AFA7A4-E34B-FC86-61A9-B8D92A0C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60A437-DDAF-0236-45CD-62ADC877B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3680F-CA05-8F45-ABD7-F2299105F64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70815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68E5B2-F5CE-EADB-4F57-E27E66710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8A523A-2731-4250-CF31-5879E4A28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1FB027E-30AF-90B9-32CF-E197B3A9D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E0E9ABF-0E50-424C-3FE0-7767D9D0F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0114-BAC9-2C42-B810-710F1833189D}" type="datetimeFigureOut">
              <a:rPr kumimoji="1" lang="zh-TW" altLang="en-US" smtClean="0"/>
              <a:t>2025/10/14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10A62D-6919-3A5C-1787-9CF324A40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8DDCF1D-FCA7-231B-0C25-E973D52BE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3680F-CA05-8F45-ABD7-F2299105F64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40586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9F6200-A09F-CAFD-FB4C-B60D6B822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9B04DA7-46FD-CFC7-0867-6D2975F37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EE0DC09-F616-460A-ED81-59097AE3C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D6E8842-CA37-C241-7367-86A608AAC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6600AA1-52F1-0D51-BAE1-96990FE9E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241EA2F-9C37-339F-97E9-A869691C7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0114-BAC9-2C42-B810-710F1833189D}" type="datetimeFigureOut">
              <a:rPr kumimoji="1" lang="zh-TW" altLang="en-US" smtClean="0"/>
              <a:t>2025/10/14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2A003D7-972D-4D3E-E0D5-CA7D25E78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52D3BA5-CA01-1884-0012-C5400DFCE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3680F-CA05-8F45-ABD7-F2299105F64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96930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BC0D1D-46AC-17CB-D48D-D5F1A74AE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FDAF60B-6A42-FE1F-E462-D5F44ADF7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0114-BAC9-2C42-B810-710F1833189D}" type="datetimeFigureOut">
              <a:rPr kumimoji="1" lang="zh-TW" altLang="en-US" smtClean="0"/>
              <a:t>2025/10/14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00AEFB4-9263-435F-AFF7-E08B11DD1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A08FE54-A60A-9BD5-9159-562F11B1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3680F-CA05-8F45-ABD7-F2299105F64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35453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A725C81-642A-B5B0-7FC6-9E677B50D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0114-BAC9-2C42-B810-710F1833189D}" type="datetimeFigureOut">
              <a:rPr kumimoji="1" lang="zh-TW" altLang="en-US" smtClean="0"/>
              <a:t>2025/10/14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04FEE70-BE48-651F-3F3C-54E5AA50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4A37FA-A7E3-8E13-AAF0-E085898F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3680F-CA05-8F45-ABD7-F2299105F64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5336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577CF3-AEE5-1C2C-9ECC-DDF06FE6C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731329-AA46-9BBF-F623-CAD675A41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B42A7BC-E263-DAE7-973D-DA72F9552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5911BEF-CBC0-0E4E-E296-9265DC9BA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0114-BAC9-2C42-B810-710F1833189D}" type="datetimeFigureOut">
              <a:rPr kumimoji="1" lang="zh-TW" altLang="en-US" smtClean="0"/>
              <a:t>2025/10/14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B9AF0C7-6760-B47A-B6A3-658AD7C2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DFBE703-A8AF-BF7E-ACE2-D2D38E6CD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3680F-CA05-8F45-ABD7-F2299105F64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7934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38D6CC-C468-3248-453A-74D9BC8CC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12EF93D-AFDD-B22B-0DC8-0077F3F58D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A8E9DCA-5638-643C-83D6-9B725CCED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3AB2F99-F147-454B-7DD7-90B2664D7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0114-BAC9-2C42-B810-710F1833189D}" type="datetimeFigureOut">
              <a:rPr kumimoji="1" lang="zh-TW" altLang="en-US" smtClean="0"/>
              <a:t>2025/10/14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C520E59-E280-F6C3-57DE-A560F8388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B7413E7-40B8-C5C7-438B-E816830AE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3680F-CA05-8F45-ABD7-F2299105F64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44165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F12911-4299-9B8D-9362-68CA9CE44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0E9AA29-C520-00C5-D4E5-64C68042A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5A95B6-A579-69D4-35F6-D4BC1595C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0114-BAC9-2C42-B810-710F1833189D}" type="datetimeFigureOut">
              <a:rPr kumimoji="1" lang="zh-TW" altLang="en-US" smtClean="0"/>
              <a:t>2025/10/14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023D4A-EAB3-FBB8-5C52-424B3A43F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04BF74C-63A3-4732-0A02-4F26A80F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3680F-CA05-8F45-ABD7-F2299105F64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3193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CB71E0A-A55C-347A-37B7-CF6C3F5BD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59ACAA2-B4B0-D9B4-75BF-7828CADBB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D39E45-7ACE-6BC8-241D-5115E5C7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0114-BAC9-2C42-B810-710F1833189D}" type="datetimeFigureOut">
              <a:rPr kumimoji="1" lang="zh-TW" altLang="en-US" smtClean="0"/>
              <a:t>2025/10/14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3E6D44-0718-37CF-6421-26F995906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E058D3-EB5C-EEDA-61E7-8FE8A03F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3680F-CA05-8F45-ABD7-F2299105F64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40607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C881111-4A6D-8B1F-E6D5-61229EAE4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7DCC347-EA3C-B885-302A-68243F2A3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E02735-64DF-9457-C93C-940F85DD2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E0114-BAC9-2C42-B810-710F1833189D}" type="datetimeFigureOut">
              <a:rPr kumimoji="1" lang="zh-TW" altLang="en-US" smtClean="0"/>
              <a:t>2025/10/14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83218F-AD5B-E8D4-CE3C-67F1BA532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104A7E-CC18-9736-5161-DCFFFD64C1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B3680F-CA05-8F45-ABD7-F2299105F64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27425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>
            <a:extLst>
              <a:ext uri="{FF2B5EF4-FFF2-40B4-BE49-F238E27FC236}">
                <a16:creationId xmlns:a16="http://schemas.microsoft.com/office/drawing/2014/main" id="{45613C33-67DB-1D5A-8DD7-6A4A9F2C8711}"/>
              </a:ext>
            </a:extLst>
          </p:cNvPr>
          <p:cNvGrpSpPr/>
          <p:nvPr/>
        </p:nvGrpSpPr>
        <p:grpSpPr>
          <a:xfrm>
            <a:off x="2844800" y="177800"/>
            <a:ext cx="6502400" cy="6502400"/>
            <a:chOff x="2844800" y="177800"/>
            <a:chExt cx="6502400" cy="6502400"/>
          </a:xfrm>
        </p:grpSpPr>
        <p:pic>
          <p:nvPicPr>
            <p:cNvPr id="5" name="圖片 4" descr="一張含有 文字, 圓形, 字型, 螢幕擷取畫面 的圖片&#10;&#10;AI 產生的內容可能不正確。">
              <a:extLst>
                <a:ext uri="{FF2B5EF4-FFF2-40B4-BE49-F238E27FC236}">
                  <a16:creationId xmlns:a16="http://schemas.microsoft.com/office/drawing/2014/main" id="{250443DF-D3F3-C0C5-12E2-696DCBC88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4800" y="177800"/>
              <a:ext cx="6502400" cy="6502400"/>
            </a:xfrm>
            <a:prstGeom prst="rect">
              <a:avLst/>
            </a:prstGeom>
          </p:spPr>
        </p:pic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CBAA0271-9F92-976B-66A9-74B4F63B0F90}"/>
                </a:ext>
              </a:extLst>
            </p:cNvPr>
            <p:cNvGrpSpPr/>
            <p:nvPr/>
          </p:nvGrpSpPr>
          <p:grpSpPr>
            <a:xfrm>
              <a:off x="5244662" y="3177540"/>
              <a:ext cx="1702676" cy="411540"/>
              <a:chOff x="5244662" y="3177540"/>
              <a:chExt cx="1702676" cy="411540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EE86799-23C1-5234-7219-8E1992C5996C}"/>
                  </a:ext>
                </a:extLst>
              </p:cNvPr>
              <p:cNvSpPr/>
              <p:nvPr/>
            </p:nvSpPr>
            <p:spPr>
              <a:xfrm>
                <a:off x="5244662" y="3177540"/>
                <a:ext cx="1702676" cy="385467"/>
              </a:xfrm>
              <a:prstGeom prst="rect">
                <a:avLst/>
              </a:prstGeom>
              <a:solidFill>
                <a:srgbClr val="F8FB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1B252D5-ABDA-B4DD-2D46-CCE83577FC8D}"/>
                  </a:ext>
                </a:extLst>
              </p:cNvPr>
              <p:cNvSpPr txBox="1"/>
              <p:nvPr/>
            </p:nvSpPr>
            <p:spPr>
              <a:xfrm>
                <a:off x="5481088" y="3188970"/>
                <a:ext cx="1229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TW" altLang="en-US" sz="2000" b="1" dirty="0">
                    <a:solidFill>
                      <a:srgbClr val="464747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便利超商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0734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</Words>
  <Application>Microsoft Macintosh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Microsoft JhengHei</vt:lpstr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淇媛 許</dc:creator>
  <cp:lastModifiedBy>淇媛 許</cp:lastModifiedBy>
  <cp:revision>1</cp:revision>
  <dcterms:created xsi:type="dcterms:W3CDTF">2025-10-14T10:05:23Z</dcterms:created>
  <dcterms:modified xsi:type="dcterms:W3CDTF">2025-10-14T10:12:09Z</dcterms:modified>
</cp:coreProperties>
</file>